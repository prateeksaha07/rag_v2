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15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97280"/>
            <a:ext cx="4114800" cy="4114800"/>
          </a:xfrm>
          <a:prstGeom prst="ellipse">
            <a:avLst/>
          </a:prstGeom>
          <a:solidFill>
            <a:srgbClr val="17202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7418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Study Companion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uploaded notes and documents into a searchable, personalized learning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47091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47091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Studying from scattered notes doesn't scale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from scattered notes, PDFs, and study material — but struggle to find relevant information quickly, ask grounded questions, get feedback on weak topics, and follow a guided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66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turns uploaded materials into a searchable, question-answerable learning system.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292608" cy="29260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information fast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856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PDFs and notes make quick lookup hard.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292608" cy="29260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grounded questions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077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should come from the student's own material.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292608" cy="29260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9593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need feedback on what they don't know yet.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709160"/>
            <a:ext cx="292608" cy="29260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plan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5010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needs structure, not guesswork.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grounded in the user's own uploaded notes and documents — never generic.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834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72384" y="3255264"/>
            <a:ext cx="347472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834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834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Index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98464" y="3255264"/>
            <a:ext cx="347472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834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834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24544" y="3255264"/>
            <a:ext cx="347472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2834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0B8A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2834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traceable back to material the student actually uploaded.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RAG_v2 is 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6002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9202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9202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Search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embeddings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LLM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16002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19202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subject metadata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 storage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services, one backend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737360"/>
            <a:ext cx="365760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737360"/>
            <a:ext cx="365760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155448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00B8A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42032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42032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Module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35424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Module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Module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42032" y="35204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42032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Module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35424" y="35204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35424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463040" y="416052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416052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416052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66344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00B8A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6634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663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structured as modular services, each tied to a distinct learning workflow.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learning journey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material upload to revision and planning, the dashboard carries the student through a single 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377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377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377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377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23774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377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832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3832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33832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0" y="33832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View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modular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separation keeps the system easier to scale and maintain.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uploaded files and create embeddings.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9456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using indexed content.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219456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tag, and search personal notes.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9776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evaluate assessments.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703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9776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personalized weekly study plans.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703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3977640"/>
            <a:ext cx="128016" cy="12801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039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weak topics and learning trends.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→ test → identify gaps → improve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Notes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93976" y="3145536"/>
            <a:ext cx="100584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7" name="Shape 5"/>
          <p:cNvSpPr/>
          <p:nvPr/>
        </p:nvSpPr>
        <p:spPr>
          <a:xfrm>
            <a:off x="2203704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03704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Embed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3145536"/>
            <a:ext cx="100584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58768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04104" y="3145536"/>
            <a:ext cx="100584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5513832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13832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59168" y="3145536"/>
            <a:ext cx="100584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7168896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68896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Quiz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14232" y="3145536"/>
            <a:ext cx="100584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23960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Weak Areas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369296" y="3145536"/>
            <a:ext cx="100584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9024" y="274320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00B8A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79024" y="27432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Roadmap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forms the project's learning cycle — a closed loop of study, assessment, and adaptive planning.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LEARNING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chatbot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learning companion, not a simple Q&amp;A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1343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Note-based retrieval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231343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 from subject material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2057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85632" y="231343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Weak-topic 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95935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3703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395935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4251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roadmap scheduling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703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 w="12700">
            <a:solidFill>
              <a:srgbClr val="2A3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395935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0" y="4251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over time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data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737360"/>
            <a:ext cx="365760" cy="164592"/>
          </a:xfrm>
          <a:prstGeom prst="rightArrow">
            <a:avLst/>
          </a:prstGeom>
          <a:solidFill>
            <a:srgbClr val="00B8A9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554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0B8A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97380" y="205740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060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persistent records — user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3460" y="205740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6060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FAISS index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content for semantic retrieval.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49540" y="205740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6060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 files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material for learning content.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75620" y="2057400"/>
            <a:ext cx="0" cy="5029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26060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5548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tag metadata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structure and curriculum mapping.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FUTURE 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RAG_v2 stands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2128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modular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98648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7797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study features already in place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465576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3467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 and refactoring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32504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913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work for multi-user support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331720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2212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user-scoped data isolation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898648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27797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backend persistence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465576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346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analytics and dashboards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4032504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3913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subject and document support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RAG_v2 — AI Study Companion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626</Words>
  <Application>Microsoft Office PowerPoint</Application>
  <PresentationFormat>Widescreen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Prateek Saha</cp:lastModifiedBy>
  <cp:revision>2</cp:revision>
  <dcterms:created xsi:type="dcterms:W3CDTF">2026-09-10T14:04:31Z</dcterms:created>
  <dcterms:modified xsi:type="dcterms:W3CDTF">2026-09-10T14:08:09Z</dcterms:modified>
</cp:coreProperties>
</file>